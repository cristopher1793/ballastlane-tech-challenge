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0" y="-274320"/>
            <a:ext cx="3200400" cy="5943600"/>
          </a:xfrm>
          <a:prstGeom prst="rect">
            <a:avLst/>
          </a:prstGeom>
          <a:solidFill>
            <a:srgbClr val="161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-274320"/>
            <a:ext cx="2286000" cy="5943600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2286000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TECHNICAL INTERVIEW  ·  Ballast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Management
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Full-Stack  .NET 8  ·  MongoDB  ·  React + TypeScript  ·  Tailwind v4 + Radix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27248"/>
            <a:ext cx="1353312" cy="3474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.NET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3127248"/>
            <a:ext cx="1353312" cy="347472"/>
          </a:xfrm>
          <a:prstGeom prst="rect">
            <a:avLst/>
          </a:prstGeom>
          <a:solidFill>
            <a:srgbClr val="00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127248"/>
            <a:ext cx="1353312" cy="347472"/>
          </a:xfrm>
          <a:prstGeom prst="rect">
            <a:avLst/>
          </a:prstGeom>
          <a:solidFill>
            <a:srgbClr val="08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React+TS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27248"/>
            <a:ext cx="1353312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Clean 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27248"/>
            <a:ext cx="135331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3127248"/>
            <a:ext cx="13533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154679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Tailwind 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622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C4"/>
                </a:solidFill>
                <a:latin typeface="Calibri"/>
              </a:rPr>
              <a:t>Cristopher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User Story &amp; Feature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1078992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91440" cy="10789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0704"/>
            <a:ext cx="80467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1A1A2E"/>
                </a:solidFill>
                <a:latin typeface="Calibri"/>
              </a:rPr>
              <a:t>"As a user, I want to manage my daily tasks through a web application where I can
register an account, log in securely, perform full CRUD operations on my tasks,
and view productivity analytics — so I can stay organized and track my work."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6000"/>
            <a:ext cx="2029968" cy="2633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50292" cy="26334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35915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Task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33472"/>
            <a:ext cx="1847088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CRUD + inline status &amp; due-date editing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Fibonacci story points (1/2/3/5/8)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Jira-style label tagging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Filter by status, label, owner · pagination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286000"/>
            <a:ext cx="2029968" cy="2633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2286000"/>
            <a:ext cx="50292" cy="26334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235915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Dashboard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633472"/>
            <a:ext cx="1847088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Stat cards per status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Pie: status distribution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Dumbbell: due date vs completed date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Weekly velocity · estimation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286000"/>
            <a:ext cx="2029968" cy="2633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286000"/>
            <a:ext cx="50292" cy="26334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35915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Auth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633472"/>
            <a:ext cx="1847088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JWT Bearer · sessionStorage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Lockout after 3 failures · auto-logout on 401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Rate limiting: 10/60 req/min/IP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Admin: lock any account manually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286000"/>
            <a:ext cx="2029968" cy="2633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2286000"/>
            <a:ext cx="50292" cy="26334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235915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Admin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2633472"/>
            <a:ext cx="1847088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See ALL tasks system-wide (owner column)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Users page: roles, status, lock/unlock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Owner filter on task list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Admin-only sidebar link + route guard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Clean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8229600" cy="62179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87552"/>
            <a:ext cx="73152" cy="6217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25880"/>
            <a:ext cx="6995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CADCFC"/>
                </a:solidFill>
                <a:latin typeface="Calibri"/>
              </a:rPr>
              <a:t>AuthController · TasksController · SeedController · RateLimitingSetup · Program.cs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719072"/>
            <a:ext cx="7534656" cy="62179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719072"/>
            <a:ext cx="73152" cy="621792"/>
          </a:xfrm>
          <a:prstGeom prst="rect">
            <a:avLst/>
          </a:prstGeom>
          <a:solidFill>
            <a:srgbClr val="6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773936"/>
            <a:ext cx="2712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057400"/>
            <a:ext cx="64044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CADCFC"/>
                </a:solidFill>
                <a:latin typeface="Calibri"/>
              </a:rPr>
              <a:t>ITaskService · IUserService · IDemoSeedService · IJwtTokenGenerator · IPasswordHasher · ICurrentUserService · DTOs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2144" y="2450592"/>
            <a:ext cx="6839712" cy="62179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2144" y="2450592"/>
            <a:ext cx="73152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250545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788920"/>
            <a:ext cx="58137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CADCFC"/>
                </a:solidFill>
                <a:latin typeface="Calibri"/>
              </a:rPr>
              <a:t>TaskRepository · UserRepository · JwtTokenGenerator · PasswordHasher · CurrentUserService · DatabaseSeeder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99616" y="3182112"/>
            <a:ext cx="6144768" cy="621792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99616" y="3182112"/>
            <a:ext cx="73152" cy="6217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7" y="3236976"/>
            <a:ext cx="22121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Domain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3520440"/>
            <a:ext cx="52230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CADCFC"/>
                </a:solidFill>
                <a:latin typeface="Calibri"/>
              </a:rPr>
              <a:t>TaskItem · User · TaskStatus(4) · UserRole · DomainException · ITaskRepository · IUserRepository  [MongoDB.Driver — BSON attributes only, pragmatic trade-off]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6093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C4"/>
                </a:solidFill>
                <a:latin typeface="Calibri"/>
              </a:rPr>
              <a:t>↓  depends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340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C4"/>
                </a:solidFill>
                <a:latin typeface="Calibri"/>
              </a:rPr>
              <a:t>↓  depends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0723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C4"/>
                </a:solidFill>
                <a:latin typeface="Calibri"/>
              </a:rPr>
              <a:t>↓  depends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77639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Domain: BSON-mapped entities (documented pragmatic exception)  ·  Application: Domain only  ·  Infrastructure: Domain + Application  ·  API: DI wiring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9264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9264"/>
            <a:ext cx="64008" cy="19202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3327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300"/>
                </a:solidFill>
                <a:latin typeface="Calibri"/>
              </a:rPr>
              <a:t>TaskApp.Domain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Entities: TaskItem (Labels,UpdatedBy,CompletedAt)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           User (FirstName,LastName)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Enums: TaskStatus(4), UserRole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Interfaces: ITaskRepository (+GetAllAsync),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           IUserRepository (+GetAllAsync)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969264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969264"/>
            <a:ext cx="64008" cy="1920240"/>
          </a:xfrm>
          <a:prstGeom prst="rect">
            <a:avLst/>
          </a:prstGeom>
          <a:solidFill>
            <a:srgbClr val="6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03327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9FFF"/>
                </a:solidFill>
                <a:latin typeface="Calibri"/>
              </a:rPr>
              <a:t>TaskApp.Application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316736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Services: TaskService, UserService, DemoSeedService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Interfaces: ITaskService (isAdmin param),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IUserService (+GetAllUsersAsync, LockAsync),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IDemoSeedService, IJwtTokenGenerator,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IPasswordHasher, ICurrentUserService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969264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969264"/>
            <a:ext cx="64008" cy="1920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03327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  <a:latin typeface="Calibri"/>
              </a:rPr>
              <a:t>TaskApp.Infrastructure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316736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Repositories: TaskRepository, UserRepository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Auth: JwtTokenGenerator, PasswordHasher,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     CurrentUserService (FindFirst()?.Value)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Seeder: DatabaseSeeder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99232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64008" cy="192024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6324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A9FFF"/>
                </a:solidFill>
                <a:latin typeface="Calibri"/>
              </a:rPr>
              <a:t>TaskApp.API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346704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Controllers: AuthController, TasksController,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SeedController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Middleware: RateLimitingSetup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Program.cs — JsonStringEnumConverter globally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999232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64408" y="2999232"/>
            <a:ext cx="64008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306324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C00"/>
                </a:solidFill>
                <a:latin typeface="Calibri"/>
              </a:rPr>
              <a:t>TaskApp.Tests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346704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Unit (24): TaskServiceTests (14),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         UserServiceTests (10)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Integration: Auth, Tasks, RateLimiter,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TaskRepository, UserRepository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999232"/>
            <a:ext cx="2788920" cy="192024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2999232"/>
            <a:ext cx="64008" cy="19202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06324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FD8"/>
                </a:solidFill>
                <a:latin typeface="Calibri"/>
              </a:rPr>
              <a:t>taskapp-frontend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346704"/>
            <a:ext cx="25420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  pages: Dashboard, Tasks, Login,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Register, Users (admin)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components: Sidebar (+Users link),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  AdminRoute, LabelCombobox, Paginator</a:t>
            </a:r>
          </a:p>
          <a:p>
            <a:r>
              <a:rPr sz="900" b="0" i="0">
                <a:solidFill>
                  <a:srgbClr val="CADCFC"/>
                </a:solidFill>
                <a:latin typeface="Calibri"/>
              </a:rPr>
              <a:t>  Tailwind v4 + Radix UI + Recharts + Sonner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4069080" cy="3291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64008" cy="329184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42415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/api/auth  —  10 req/min/IP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8404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3716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716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BC4"/>
                </a:solidFill>
                <a:latin typeface="Calibri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3716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Health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3060"/>
            <a:ext cx="38404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3220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230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162306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BC4"/>
                </a:solidFill>
                <a:latin typeface="Calibri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230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UserResponseDto 201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74519"/>
            <a:ext cx="38404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88366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187451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874519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BC4"/>
                </a:solidFill>
                <a:latin typeface="Calibri"/>
              </a:rPr>
              <a:t>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874519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LoginResponseDto · 403 if locked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25980"/>
            <a:ext cx="38404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1351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1259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212598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1259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Current user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377440"/>
            <a:ext cx="384048" cy="18288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38658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23774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23774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377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Update name, email, password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628900"/>
            <a:ext cx="38404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380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26289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26289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6289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List all registered users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80360"/>
            <a:ext cx="38404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88950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28803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/lock/{userId}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288036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28803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Lock an active account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131820"/>
            <a:ext cx="38404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14096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31318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/unlock/{userId}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313182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1318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C4"/>
                </a:solidFill>
                <a:latin typeface="Calibri"/>
              </a:rPr>
              <a:t>Unlock · resets failed attempts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987552"/>
            <a:ext cx="4251960" cy="2423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987552"/>
            <a:ext cx="64008" cy="2423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1042415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/api/tasks  —  60 req/min/IP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1371600"/>
            <a:ext cx="47548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138074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6088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Own tasks or ALL tasks (admin)+OwnerUsername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1623060"/>
            <a:ext cx="47548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163220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76088" y="16230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/tasks/labels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16230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Own or all labels (admin)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1874519"/>
            <a:ext cx="47548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1883663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76088" y="1874519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/tasks/dashboard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7728" y="187451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Own or system-wide stats (admin)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2125980"/>
            <a:ext cx="47548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213512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76088" y="21259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/tasks/{id}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67728" y="21259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Single task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0" y="2377440"/>
            <a:ext cx="475488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238658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76088" y="2377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67728" y="2377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Create · default status: ToDo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2628900"/>
            <a:ext cx="475488" cy="18288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263804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76088" y="26289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/tasks/{id}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67728" y="26289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Update task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80" y="2880360"/>
            <a:ext cx="475488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0" y="288950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76088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/tasks/{id}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67728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204 No Content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3547872"/>
            <a:ext cx="4251960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0" y="3547872"/>
            <a:ext cx="64008" cy="5120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54880" y="358444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/api/seed  —  JWT required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3840480"/>
            <a:ext cx="475488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3849624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76088" y="38313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  <a:latin typeface="Calibri"/>
              </a:rPr>
              <a:t>/seed/me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383133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8A9BC4"/>
                </a:solidFill>
                <a:latin typeface="Calibri"/>
              </a:rPr>
              <a:t>Deletes user tasks → seeds 13 randomised demo tasks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418795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8C00"/>
                </a:solidFill>
                <a:latin typeface="Calibri"/>
              </a:rPr>
              <a:t>⚠  /tasks/labels and /tasks/dashboard declared before /tasks/{id} to prevent route conflict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Admin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73152" cy="39319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0DAD"/>
                </a:solidFill>
                <a:latin typeface="Calibri"/>
              </a:rPr>
              <a:t>Admin Data Access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5270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isAdmin param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14813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ITaskService methods accept bool isAdmin = 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19842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Repository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19385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isAdmin → GetAllAsync() with Filter.Empty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23957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C4"/>
                </a:solidFill>
                <a:latin typeface="Calibri"/>
              </a:rPr>
              <a:t>Regular → GetAllByUserIdAsync(userId)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8986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52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Ownership skip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28529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Admin bypasses ownership checks on update/delete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3558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101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OwnerUsername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33101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TaskResponseDto enriched with username when 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8130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673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Owner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37673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Frontend detects ownerUsername and shows owner dropdown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270248"/>
            <a:ext cx="731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2245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DAD"/>
                </a:solidFill>
                <a:latin typeface="Calibri"/>
              </a:rPr>
              <a:t>Unit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42245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Default isAdmin=false — zero test changes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987552"/>
            <a:ext cx="73152" cy="3931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0607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FFF"/>
                </a:solidFill>
                <a:latin typeface="Calibri"/>
              </a:rPr>
              <a:t>Users Page  (/users — Admin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536192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2624" y="14813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AdminRoute guard — non-admin redirected to /dashboard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874520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2624" y="181965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Table: full name · username · email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212848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4" y="215798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Role badge: purple=Admin · sky=User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551176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2624" y="24963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Status badge: green=Active · red=Locked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88950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92624" y="283464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Failed-attempt count column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227832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92624" y="317296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Inline Lock button (active accounts)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566160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92624" y="351129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Inline Unlock button (locked accounts)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904487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2624" y="384962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"You" label — prevents admin self-lock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242816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92624" y="418795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Locked count shown under page title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58114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92624" y="45262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Sidebar shows Users link for Admin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Security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73152" cy="3931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Account Lockout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481328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9047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49961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Failed login → increment failedLoginAttempts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1901952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911095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3rd failure → isLocked=true, lockedAt=now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322576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331720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340864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HTTP 403: 'Account locked — contact admin'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743200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752344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761488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PERMANENT — no time-based auto-unlock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3163824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17296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182112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Admin: POST /auth/lock/{id} — manual lock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3584448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59359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0273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Admin: POST /auth/unlock/{id} — unlock + 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4005072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01421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023360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Successful login → reset counter to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425696"/>
            <a:ext cx="256032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4434840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443983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Auto-logout: any 401 → session-expired event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987552"/>
            <a:ext cx="73152" cy="3931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10607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Rate Limiting  (.NET 8 built-in)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14813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auth-policy  →  /api/auth/*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755648"/>
            <a:ext cx="3520440" cy="457200"/>
          </a:xfrm>
          <a:prstGeom prst="rect">
            <a:avLst/>
          </a:prstGeom>
          <a:solidFill>
            <a:srgbClr val="0D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18013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10 requests / minute / IP address
HTTP 429 + JSON error body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23591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general-policy  →  All other endpoints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2633472"/>
            <a:ext cx="3520440" cy="457200"/>
          </a:xfrm>
          <a:prstGeom prst="rect">
            <a:avLst/>
          </a:prstGeom>
          <a:solidFill>
            <a:srgbClr val="0D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26791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60 requests / minute / IP address
HTTP 429 + JSON error 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23697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FFF"/>
                </a:solidFill>
                <a:latin typeface="Calibri"/>
              </a:rPr>
              <a:t>Session Expiry (Auto-logout)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3493008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axios interceptor dispatches app:session-expired
custom event on any 401 from protected endpoint.
5-second debounce prevents duplicate logouts.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2976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C4"/>
                </a:solidFill>
                <a:latin typeface="Calibri"/>
              </a:rPr>
              <a:t>Partition key: RemoteIpAddress  ·  OnRejected → JSON  ·  Zero 3rd-party NuGet packages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Technical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6070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MongoDB — Raw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3502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MongoDB.Driver — no EF, Dapper, Mediator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IMongoCollection&lt;TaskItem&gt; + IMongoCollection&lt;User&gt;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BSON attributes on entities (Domain layer — documented pragmatic trade-off)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JsonStringEnumConverter globally in Program.cs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98755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98755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6070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Manual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33502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No FluentValidation or framework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Business rules explicit in Application services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Immediately visible during code review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Application layer stays dependency-free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98755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98755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06070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DI Abstractions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33502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IJwtTokenGenerator  (System.IdentityModel)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IPasswordHasher  (BCrypt.Net-Next)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ICurrentUserService  (IHttpContextAccessor)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CurrentUserService lives in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9923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07238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Admin Access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34670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bool isAdmin=false on ITaskService methods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Controller reads Role claim, passes to service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Service branches: Filter.Empty vs userId filter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Ownership checks skipped for admin callers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99923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64408" y="299923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07238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Type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34670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No dynamic/object/anonymous responses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All controllers: Task&lt;ActionResult&lt;DTO&gt;&gt;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Frontend: strict:true, zero any types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API shapes: src/types/index.ts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999232"/>
            <a:ext cx="2788920" cy="18745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2999232"/>
            <a:ext cx="50292" cy="1874519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07238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TDD Build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346704"/>
            <a:ext cx="260603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2E"/>
                </a:solidFill>
                <a:latin typeface="Calibri"/>
              </a:rPr>
              <a:t>• Domain → Application (tests first)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Infrastructure (real MongoDB integration tests)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API (WebApplicationFactory)</a:t>
            </a:r>
          </a:p>
          <a:p>
            <a:r>
              <a:rPr sz="1050" b="0" i="0">
                <a:solidFill>
                  <a:srgbClr val="1A1A2E"/>
                </a:solidFill>
                <a:latin typeface="Calibri"/>
              </a:rPr>
              <a:t>• 24 unit tests · 0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Testing Strategy — TDD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2651760" cy="8686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①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Write failing test
Define expected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87552"/>
            <a:ext cx="2651760" cy="868680"/>
          </a:xfrm>
          <a:prstGeom prst="rect">
            <a:avLst/>
          </a:prstGeom>
          <a:solidFill>
            <a:srgbClr val="E8F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03327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48"/>
                </a:solidFill>
                <a:latin typeface="Calibri"/>
              </a:rPr>
              <a:t>②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3167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Make test pass
Minimal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87552"/>
            <a:ext cx="2651760" cy="8686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3327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③ 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167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Improve quality
Keep tests 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2618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2618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11680"/>
            <a:ext cx="8503920" cy="8961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011680"/>
            <a:ext cx="64008" cy="89611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756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Unit Tests  (xUnit + Moq)  —  24 tests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37744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TaskService (14): CRUD · validation · ownership · timestamps · story points · CompletedAt · isAdmin branching     UserService (10): register · login · lockout after 3 failures · LockAsync · UnlockAsync · Admin enforcement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80944"/>
            <a:ext cx="8503920" cy="8961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980944"/>
            <a:ext cx="64008" cy="8961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449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Repository Integration  (real MongoDB — taskapp_test)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46704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TaskRepository: Insert · Read · Update · Delete · GetAllAsync (admin) · GetAllByUserIdAsync · GetAllLabelsByUserIdAsync     UserRepository: Insert · GetAllAsync · lookup by email/username · unique constraints · IAsyncLifetime teardown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50208"/>
            <a:ext cx="8503920" cy="8961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950208"/>
            <a:ext cx="64008" cy="8961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1421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API Integration  (WebApplicationFactory)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AuthController: register · login · 403 lockout · lock · unlock · Admin-only enforcement     TasksController: 401 without JWT · ownership · CRUD · 404 wrong user     RateLimiter: 429 after 11th request · JSON body · Content-Type: application/json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GenAI Tooling —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463040" cy="457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278892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64008" cy="3931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6070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Prompt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56362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8132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Detailed master prompt written before
any code was 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38658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30428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Architecture, constraints, hard rules
defined upfront — no ambiguity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20954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312724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CLAUDE.md + PROJECT_MEMORY.md +
CHANGELOG.md for session continuity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032504"/>
            <a:ext cx="73152" cy="7315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395020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Session start checklist: read all three
files before touching any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987552"/>
            <a:ext cx="278892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987552"/>
            <a:ext cx="64008" cy="3931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06070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How Output Was Validated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563624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148132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Full solution plan reviewed and approved
before code generation began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386584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30428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Verified layer boundaries: no business
logic leaking into controllers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209544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312724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All 24 unit tests: dotnet test — passing
TypeScript: tsc --noEmit — 0 errors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032504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395020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Verified hard constraints: no EF,
no FluentValidation, no MongoDB mocks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987552"/>
            <a:ext cx="278892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987552"/>
            <a:ext cx="64008" cy="3931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06070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Corrections 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1563624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148132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CurrentUserService moved to Infrastructure
(generated in API layer initially)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2386584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30428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string Role → UserRole enum
(magic strings in first output)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3368" y="3209544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12724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FluentValidation removed — manual
validation in Application services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4032504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95020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Tailwind v4 + Radix UI swapped for MUI
(MUI scaffold generation was too slow)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0" y="-274320"/>
            <a:ext cx="5943600" cy="6400800"/>
          </a:xfrm>
          <a:prstGeom prst="rect">
            <a:avLst/>
          </a:prstGeom>
          <a:solidFill>
            <a:srgbClr val="161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377440"/>
            <a:ext cx="3291840" cy="640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2807208"/>
            <a:ext cx="164592" cy="1645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Register &amp; login — demo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5776" y="2807208"/>
            <a:ext cx="164592" cy="1645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0096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Task CRUD · inline edit · labels · story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3264408"/>
            <a:ext cx="164592" cy="1645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200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Status filter · pagination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3264408"/>
            <a:ext cx="164592" cy="16459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3200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Dashboard — charts &amp;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721608"/>
            <a:ext cx="164592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57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Account lockout — 3 failed attempts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3721608"/>
            <a:ext cx="164592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3657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Rate limiting — trigger HTTP 429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178808"/>
            <a:ext cx="164592" cy="1645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114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Login as admin — see ALL tasks + owner column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4178808"/>
            <a:ext cx="164592" cy="1645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4114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Users page — lock / unlock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451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BC4"/>
                </a:solidFill>
                <a:latin typeface="Calibri"/>
              </a:rPr>
              <a:t>demo / Demo1234!     ·     admin / Admin1234!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2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33472"/>
            <a:ext cx="2560320" cy="640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163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ADCFC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96012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FFF"/>
                </a:solidFill>
                <a:latin typeface="Calibri"/>
              </a:rPr>
              <a:t>Stack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417320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19472" y="139903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.NET 8  +  Clean Architecture (4 layers)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837944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81965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MongoDB  —  official driver, no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58568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224028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React + TypeScript + Tailwind v4 + Radix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2679192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266090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JWT Auth  +  Account Lockout  +  Auto-logout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099816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308152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Admin panel: Users page · lock/unlock · all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520440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350215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Rate Limiting  (.NET 8 built-in only)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3941064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392277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Dashboard: Pie · Dumbbell · Velocity ·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4361688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434340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TDD  —  24 unit + integration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4782312"/>
            <a:ext cx="109728" cy="20116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476402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Claude Code  —  reviewed &amp; corrected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